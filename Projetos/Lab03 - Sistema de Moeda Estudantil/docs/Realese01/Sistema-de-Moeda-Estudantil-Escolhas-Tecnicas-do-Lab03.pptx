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Dela Gothic One" panose="020B0604020202020204" charset="-128"/>
      <p:regular r:id="rId10"/>
    </p:embeddedFont>
    <p:embeddedFont>
      <p:font typeface="DM Sans" pitchFamily="2" charset="0"/>
      <p:regular r:id="rId1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24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279094"/>
            <a:ext cx="7627382" cy="1870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Sistema de Moeda Estudantil: Escolhas Técnicas do Lab03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4434007"/>
            <a:ext cx="7627382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Foco: demonstrar que a Release 1 (Lab03) entregou a modelagem, a arquitetura e os CRUDs iniciais utilizando tecnologias simples e familiares, Python, Django e HTML básico,  priorizando objetividade, portabilidade e alinhamento acadêmico.</a:t>
            </a:r>
            <a:endParaRPr lang="en-US" sz="18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A86540-5740-3718-3B3A-1D6BFEFBA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617" y="7721600"/>
            <a:ext cx="1839683" cy="49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87623"/>
            <a:ext cx="12113657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R1: Base e Modelagem (Lab03S01 e S02)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990249"/>
            <a:ext cx="131137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entrega de modelagem inclui diagramas UML de Casos de Uso, Classes e Componentes, além do Modelo Entidade-Relacionamento (ER). A modelagem priorizou clareza e mapeamento direto para os modelos Django, facilitando a transformação de entidades em classes Python persistidas via ORM.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113246"/>
            <a:ext cx="4213265" cy="26038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5906691"/>
            <a:ext cx="392525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Diagramas de Caso de Uso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58309" y="6332101"/>
            <a:ext cx="4213265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Mapeamento das interações principais: aluno, professor e parceiro com o sistema de moeda.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508" y="3113246"/>
            <a:ext cx="4213265" cy="26038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8508" y="5906691"/>
            <a:ext cx="312503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Diagrama de Classes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08508" y="6332101"/>
            <a:ext cx="4213265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Entidades principais (Aluno, Professor, Parceiro, Conta, Transação) com atributos essenciais e relacionamentos.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707" y="3113246"/>
            <a:ext cx="4213384" cy="26040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8707" y="590681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Modelo ER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8707" y="6332220"/>
            <a:ext cx="42133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Chaves e cardinalidades definidas para consistência referencial; modelo pronto para migração Django.</a:t>
            </a:r>
            <a:endParaRPr lang="en-US" sz="14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5C04B7E-2646-EDA9-418E-386D8BF9F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2133" y="7708900"/>
            <a:ext cx="1788267" cy="48145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29665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Backend: Python e Django – Familiaridade e Objetivo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2661047"/>
            <a:ext cx="76273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Decisão técnica: usar Python e Django por serem amplamente conhecidos na disciplina e permitirem desenvolvimento rápido sem curva íngreme. Django fornece estrutura MVT (equivalente a MVC) que separa apresentação, controle e modelos, compatível com exigências acadêmicas e manutenção futura.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58309" y="427684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Vantagens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58309" y="4778097"/>
            <a:ext cx="35824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Produtividade: scaffolding rápido e conventions-over-configuration.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58309" y="5450919"/>
            <a:ext cx="35824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Comunidade e documentação: recursos abundantes para suporte acadêmico.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8309" y="6426994"/>
            <a:ext cx="35824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Testabilidade: facilita validação de requisitos e automação de testes.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10839" y="427684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Front‑end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10839" y="4778097"/>
            <a:ext cx="358247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 básico, CSS e JavaScript mínimo; foco em formulários e templates Django para entregar protótipos funcionais sem overhead tecnológico.</a:t>
            </a:r>
            <a:endParaRPr lang="en-US" sz="145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21268"/>
            <a:ext cx="7627382" cy="112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Justificativa Técnica: ORM e Simplicidade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44709" y="1999417"/>
            <a:ext cx="7627382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estratégia técnica priorizou abstração e simplicidade: usar o ORM do Django elimina a necessidade de escrever SQL direto, permitindo concentrar esforços na lógica de negócio e validações. Para R1 escolhemos SQLite por portabilidade, zero-config e compatibilidade com a avaliação em ambiente acadêmico.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244709" y="3538776"/>
            <a:ext cx="3728323" cy="2094428"/>
          </a:xfrm>
          <a:prstGeom prst="roundRect">
            <a:avLst>
              <a:gd name="adj" fmla="val 5239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244709" y="3515916"/>
            <a:ext cx="3728323" cy="91440"/>
          </a:xfrm>
          <a:prstGeom prst="roundRect">
            <a:avLst>
              <a:gd name="adj" fmla="val 7836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852946" y="3282910"/>
            <a:ext cx="511850" cy="511850"/>
          </a:xfrm>
          <a:prstGeom prst="roundRect">
            <a:avLst>
              <a:gd name="adj" fmla="val 178646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06536" y="3410903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38186" y="3965258"/>
            <a:ext cx="2793802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ORM (Django Models)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438186" y="4348162"/>
            <a:ext cx="3341370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Mapeamento direto: classes Python representam tabelas, facilitando migrações e testes. Reduzam erros de consulta manual.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143649" y="3538776"/>
            <a:ext cx="3728442" cy="2094428"/>
          </a:xfrm>
          <a:prstGeom prst="roundRect">
            <a:avLst>
              <a:gd name="adj" fmla="val 5239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10143649" y="3515916"/>
            <a:ext cx="3728442" cy="91440"/>
          </a:xfrm>
          <a:prstGeom prst="roundRect">
            <a:avLst>
              <a:gd name="adj" fmla="val 7836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11751885" y="3282910"/>
            <a:ext cx="511850" cy="511850"/>
          </a:xfrm>
          <a:prstGeom prst="roundRect">
            <a:avLst>
              <a:gd name="adj" fmla="val 178646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1905476" y="3410903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337125" y="3965258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SQLite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337125" y="4348162"/>
            <a:ext cx="3341489" cy="1091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Banco leve, arquivo único, ideal para entrega de laboratório e avaliação local, facilita réplica por avaliadores e professores.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44709" y="6059686"/>
            <a:ext cx="7627382" cy="1548646"/>
          </a:xfrm>
          <a:prstGeom prst="roundRect">
            <a:avLst>
              <a:gd name="adj" fmla="val 7085"/>
            </a:avLst>
          </a:prstGeom>
          <a:solidFill>
            <a:srgbClr val="0A0A0A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244709" y="6036826"/>
            <a:ext cx="7627382" cy="91440"/>
          </a:xfrm>
          <a:prstGeom prst="roundRect">
            <a:avLst>
              <a:gd name="adj" fmla="val 78369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802475" y="5803821"/>
            <a:ext cx="511850" cy="511850"/>
          </a:xfrm>
          <a:prstGeom prst="roundRect">
            <a:avLst>
              <a:gd name="adj" fmla="val 178646"/>
            </a:avLst>
          </a:prstGeom>
          <a:solidFill>
            <a:srgbClr val="C9131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9956066" y="5931813"/>
            <a:ext cx="20466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8186" y="6486168"/>
            <a:ext cx="224492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Admin Panel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438186" y="6869073"/>
            <a:ext cx="7240429" cy="54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administrativa pronta do Django para gerenciar pré‑cadastros, acelerar testes e demonstrar funcionalidades sem UI completa.</a:t>
            </a:r>
            <a:endParaRPr lang="en-US" sz="13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3867FFC5-A072-0414-61C5-91D570887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701" y="7652857"/>
            <a:ext cx="1790700" cy="48211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75918"/>
            <a:ext cx="131137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Implementação da R1: CRUD Aluno e Parceiro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2302073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 da Release 1: implementar CRUDs essenciais para Aluno e Empresa Parceira (criar e visualizar registros). Os templates e rotas foram nomeados de forma descritiva para facilitar avaliação e teste.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121819"/>
            <a:ext cx="4213265" cy="26038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591526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Aluno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58309" y="6340673"/>
            <a:ext cx="421326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Template: signup_aluno.html, formulário com validação básica; dados persistidos via Student model e forms.py; view associada registra e redireciona para listagem.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508" y="3121819"/>
            <a:ext cx="4213265" cy="26038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8508" y="591526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Parceiro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08508" y="6340673"/>
            <a:ext cx="421326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Template: empresa_create.html, cadastro de parceiros com campos de contato e categoria; view e form específicos garantem validação e criação segura.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707" y="3121819"/>
            <a:ext cx="4213384" cy="26040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8707" y="5915382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Camadas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8707" y="6340793"/>
            <a:ext cx="4213384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Validação em forms.py; lógica de solicitação em views.py; modelos centralizam regras de integridade (unique constraints, choices).</a:t>
            </a:r>
            <a:endParaRPr lang="en-US" sz="14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56D561C-2E3F-AEFE-F766-768929613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5489" y="7698796"/>
            <a:ext cx="1774912" cy="47786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11267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Revisão: Alinhamento Código‑Modelo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2142649"/>
            <a:ext cx="76273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arquitetura MVT implementada segue fielmente os diagramas entregues: nomes de classes, atributos e relacionamentos espelham o ER. O uso do Django Auth e do Admin garante controle de acesso e administração na entrega, atendendo requisitos de segurança acadêmica mínimos.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244709" y="3568898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308288" y="3595092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6860738" y="3634026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Consistência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860738" y="4059436"/>
            <a:ext cx="701135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Modelos Python correspondem diretamente às entidades do diagrama, facilitando validação e revisão por avaliadores.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44709" y="5045035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308288" y="5071229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350" dirty="0"/>
          </a:p>
        </p:txBody>
      </p:sp>
      <p:sp>
        <p:nvSpPr>
          <p:cNvPr id="11" name="Text 8"/>
          <p:cNvSpPr/>
          <p:nvPr/>
        </p:nvSpPr>
        <p:spPr>
          <a:xfrm>
            <a:off x="6860738" y="5110163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Segurança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860738" y="5535573"/>
            <a:ext cx="701135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Autenticação básica via Django Auth para acessar áreas administrativas e endpoints de teste.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244709" y="6521172"/>
            <a:ext cx="426482" cy="426482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308288" y="6547366"/>
            <a:ext cx="299323" cy="37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6860738" y="6586299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Status da R1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860738" y="7011710"/>
            <a:ext cx="7011353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Concluída: modelagem, migrações, views básicas, templates de criação/visualização e painel administrativo operacional.</a:t>
            </a:r>
            <a:endParaRPr lang="en-US" sz="14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240F79B-0703-FED4-79C6-D6BEC59F7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873" y="7731919"/>
            <a:ext cx="1848527" cy="49768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432917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R1 Concluída: Base Sólida e Objetiva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44709" y="2964299"/>
            <a:ext cx="76273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Conclusão: as decisões técnicas de Python, Django e HTML básico, priorizaram familiaridade e entrega objetiva, permitindo cumprir o escopo do Lab03 com qualidade. A base resultante é portátil, auditável e pronta para evoluir.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44709" y="4276844"/>
            <a:ext cx="326683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Próximos Passos (R2)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244709" y="4778097"/>
            <a:ext cx="35824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Implementar transações e lógica de saldo (modelo Conta/Transação).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44709" y="5450919"/>
            <a:ext cx="35824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Extrato do usuário com paginação e filtros.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44709" y="6123742"/>
            <a:ext cx="35824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Catálogo de vantagens e integração com Parceiros.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97239" y="4276844"/>
            <a:ext cx="260770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Observação Final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297239" y="4778097"/>
            <a:ext cx="3582472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avaliação técnica: disponibilizo repositório com README, instruções de setup (virtualenv, migrate, runserver) e scripts de carga inicial para facilitar revisão.</a:t>
            </a:r>
            <a:endParaRPr lang="en-US" sz="145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1459401-F749-F0E6-A9AC-C549E70ED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3545" y="7721600"/>
            <a:ext cx="1886855" cy="50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755</Words>
  <Application>Microsoft Office PowerPoint</Application>
  <PresentationFormat>Personalizar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Dela Gothic One</vt:lpstr>
      <vt:lpstr>DM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Rodrigues, Davi Mendes De Pinho Laudares</cp:lastModifiedBy>
  <cp:revision>2</cp:revision>
  <dcterms:created xsi:type="dcterms:W3CDTF">2025-10-17T12:58:26Z</dcterms:created>
  <dcterms:modified xsi:type="dcterms:W3CDTF">2025-10-17T13:04:02Z</dcterms:modified>
</cp:coreProperties>
</file>